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76" r:id="rId5"/>
    <p:sldMasterId id="2147483877" r:id="rId6"/>
    <p:sldMasterId id="2147483878" r:id="rId7"/>
    <p:sldMasterId id="2147483879" r:id="rId8"/>
    <p:sldMasterId id="2147483880" r:id="rId9"/>
    <p:sldMasterId id="2147483881" r:id="rId10"/>
    <p:sldMasterId id="2147483882" r:id="rId11"/>
    <p:sldMasterId id="214748388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</p:sldIdLst>
  <p:sldSz cy="5143500" cx="9144000"/>
  <p:notesSz cx="6858000" cy="9144000"/>
  <p:embeddedFontLst>
    <p:embeddedFont>
      <p:font typeface="Outfit"/>
      <p:regular r:id="rId40"/>
      <p:bold r:id="rId41"/>
    </p:embeddedFont>
    <p:embeddedFont>
      <p:font typeface="Outfit Medium"/>
      <p:regular r:id="rId42"/>
      <p:bold r:id="rId43"/>
    </p:embeddedFont>
    <p:embeddedFont>
      <p:font typeface="DM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59C723-A480-4ABF-ACDA-6D1A7D32B580}">
  <a:tblStyle styleId="{7359C723-A480-4ABF-ACDA-6D1A7D32B5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-regular.fntdata"/><Relationship Id="rId20" Type="http://schemas.openxmlformats.org/officeDocument/2006/relationships/slide" Target="slides/slide7.xml"/><Relationship Id="rId42" Type="http://schemas.openxmlformats.org/officeDocument/2006/relationships/font" Target="fonts/OutfitMedium-regular.fntdata"/><Relationship Id="rId41" Type="http://schemas.openxmlformats.org/officeDocument/2006/relationships/font" Target="fonts/Outfit-bold.fntdata"/><Relationship Id="rId22" Type="http://schemas.openxmlformats.org/officeDocument/2006/relationships/slide" Target="slides/slide9.xml"/><Relationship Id="rId44" Type="http://schemas.openxmlformats.org/officeDocument/2006/relationships/font" Target="fonts/DMSans-regular.fntdata"/><Relationship Id="rId21" Type="http://schemas.openxmlformats.org/officeDocument/2006/relationships/slide" Target="slides/slide8.xml"/><Relationship Id="rId43" Type="http://schemas.openxmlformats.org/officeDocument/2006/relationships/font" Target="fonts/OutfitMedium-bold.fntdata"/><Relationship Id="rId24" Type="http://schemas.openxmlformats.org/officeDocument/2006/relationships/slide" Target="slides/slide11.xml"/><Relationship Id="rId46" Type="http://schemas.openxmlformats.org/officeDocument/2006/relationships/font" Target="fonts/DMSans-italic.fntdata"/><Relationship Id="rId23" Type="http://schemas.openxmlformats.org/officeDocument/2006/relationships/slide" Target="slides/slide10.xml"/><Relationship Id="rId45" Type="http://schemas.openxmlformats.org/officeDocument/2006/relationships/font" Target="fonts/DMSans-bold.fntdata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47" Type="http://schemas.openxmlformats.org/officeDocument/2006/relationships/font" Target="fonts/DMSans-boldItalic.fntdata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20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9.xml"/><Relationship Id="rId13" Type="http://schemas.openxmlformats.org/officeDocument/2006/relationships/notesMaster" Target="notesMasters/notesMaster1.xml"/><Relationship Id="rId35" Type="http://schemas.openxmlformats.org/officeDocument/2006/relationships/slide" Target="slides/slide22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21.xml"/><Relationship Id="rId15" Type="http://schemas.openxmlformats.org/officeDocument/2006/relationships/slide" Target="slides/slide2.xml"/><Relationship Id="rId37" Type="http://schemas.openxmlformats.org/officeDocument/2006/relationships/slide" Target="slides/slide24.xml"/><Relationship Id="rId14" Type="http://schemas.openxmlformats.org/officeDocument/2006/relationships/slide" Target="slides/slide1.xml"/><Relationship Id="rId36" Type="http://schemas.openxmlformats.org/officeDocument/2006/relationships/slide" Target="slides/slide23.xml"/><Relationship Id="rId17" Type="http://schemas.openxmlformats.org/officeDocument/2006/relationships/slide" Target="slides/slide4.xml"/><Relationship Id="rId39" Type="http://schemas.openxmlformats.org/officeDocument/2006/relationships/slide" Target="slides/slide26.xml"/><Relationship Id="rId16" Type="http://schemas.openxmlformats.org/officeDocument/2006/relationships/slide" Target="slides/slide3.xml"/><Relationship Id="rId38" Type="http://schemas.openxmlformats.org/officeDocument/2006/relationships/slide" Target="slides/slide25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3ee4b45a191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3ee4b45a191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3ee4b45a191_0_1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3ee4b45a191_0_1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ee4b45a191_0_2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ee4b45a191_0_2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3ee4b45a191_0_2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3ee4b45a191_0_2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3ee4b45a191_0_2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7" name="Google Shape;2457;g3ee4b45a191_0_2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g3ee4b45a191_0_2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2" name="Google Shape;2482;g3ee4b45a191_0_2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g3ee4b45a191_0_2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7" name="Google Shape;2507;g3ee4b45a191_0_2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3ee4b45a191_0_3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2" name="Google Shape;2532;g3ee4b45a191_0_3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3ee4b45a191_0_4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3ee4b45a191_0_4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g3ee4b45a191_0_5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6" name="Google Shape;2566;g3ee4b45a191_0_5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g3ee4b45a191_0_4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1" name="Google Shape;2591;g3ee4b45a191_0_4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g3ee4b45a191_0_5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8" name="Google Shape;2598;g3ee4b45a191_0_5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g3ee4b45a191_0_5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4" name="Google Shape;2604;g3ee4b45a191_0_5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3ee4b45a191_0_5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3ee4b45a191_0_5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3ee4b45a191_0_5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3ee4b45a191_0_5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g3ee4b45a191_0_6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1" name="Google Shape;2641;g3ee4b45a191_0_6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3ee4b45a191_0_6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7" name="Google Shape;2647;g3ee4b45a191_0_6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g3ee4b45a191_0_6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3" name="Google Shape;2653;g3ee4b45a191_0_6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g3ee54b2b1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9" name="Google Shape;2659;g3ee54b2b1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3ee54b2b15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3ee54b2b15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3ee54b2b15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3ee54b2b15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ee54b2b15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3ee54b2b1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3ee54b2b15b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" name="Google Shape;2702;g3ee54b2b15b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ee54b2b15b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7" name="Google Shape;2727;g3ee54b2b15b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g3ee54b2b15b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2" name="Google Shape;2752;g3ee54b2b15b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g3ee54b2b15b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7" name="Google Shape;2777;g3ee54b2b15b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15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62" name="Google Shape;62;p1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7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74" name="Google Shape;74;p17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7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8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89" name="Google Shape;89;p1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8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23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5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115" name="Google Shape;115;p25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5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5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5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5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5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25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25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25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25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25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44" name="Google Shape;144;p2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6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7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56" name="Google Shape;156;p27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7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8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67" name="Google Shape;167;p28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9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78" name="Google Shape;178;p29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9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9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9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9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9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9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9" name="Google Shape;189;p30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90" name="Google Shape;190;p30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91" name="Google Shape;191;p30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30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30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30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30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30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30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8" name="Google Shape;198;p30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31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201" name="Google Shape;201;p31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1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1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1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1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31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1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3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14" name="Google Shape;214;p32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32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" name="Google Shape;223;p32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33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26" name="Google Shape;226;p33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3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3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3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3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33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5" name="Google Shape;235;p33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38" name="Google Shape;238;p3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3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50" name="Google Shape;250;p3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9" name="Google Shape;259;p35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36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62" name="Google Shape;262;p36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6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6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6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6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6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6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6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4" name="Google Shape;274;p36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7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77" name="Google Shape;277;p37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37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7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8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90" name="Google Shape;290;p38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8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8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8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8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8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8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8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8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8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3" name="Google Shape;303;p38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4" name="Google Shape;304;p38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9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307" name="Google Shape;307;p39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9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9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9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9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9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9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9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9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39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39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39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39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39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0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326" name="Google Shape;326;p40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0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0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0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0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0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0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0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5" name="Google Shape;335;p40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40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40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0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40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40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2" name="Google Shape;342;p40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40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4" name="Google Shape;344;p40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40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6" name="Google Shape;346;p40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41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41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41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41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3" name="Google Shape;353;p41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42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2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4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60" name="Google Shape;360;p4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4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70" name="Google Shape;370;p4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71" name="Google Shape;371;p4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4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4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4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4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4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4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8" name="Google Shape;378;p4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84" name="Google Shape;384;p46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7" name="Google Shape;387;p47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47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4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391" name="Google Shape;391;p4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8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8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0" name="Google Shape;400;p48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49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403" name="Google Shape;403;p49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9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9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9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9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9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9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9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3" name="Google Shape;413;p49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4" name="Google Shape;414;p49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5" name="Google Shape;415;p49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50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18" name="Google Shape;418;p50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0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0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0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0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0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9" name="Google Shape;429;p51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3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4" name="Google Shape;434;p53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54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0" name="Google Shape;440;p55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57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444" name="Google Shape;444;p57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7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7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7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7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7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7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7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3" name="Google Shape;453;p57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57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57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57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0" name="Google Shape;460;p57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1" name="Google Shape;461;p57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2" name="Google Shape;462;p57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3" name="Google Shape;463;p57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4" name="Google Shape;464;p57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5" name="Google Shape;465;p57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57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57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8" name="Google Shape;468;p57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9" name="Google Shape;469;p57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0" name="Google Shape;470;p57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5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473" name="Google Shape;473;p5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8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8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58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2" name="Google Shape;482;p58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59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485" name="Google Shape;485;p59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9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9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9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9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9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9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9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60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496" name="Google Shape;496;p60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0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0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0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0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0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0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61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507" name="Google Shape;507;p61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1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1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1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1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1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1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18" name="Google Shape;518;p6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519" name="Google Shape;519;p6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520" name="Google Shape;520;p6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6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6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6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6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6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6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7" name="Google Shape;527;p6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63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530" name="Google Shape;530;p63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3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3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3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3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3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3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3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8" name="Google Shape;538;p63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9" name="Google Shape;539;p63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63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6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543" name="Google Shape;543;p64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4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4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4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64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2" name="Google Shape;552;p64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65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555" name="Google Shape;555;p65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65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4" name="Google Shape;564;p65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6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567" name="Google Shape;567;p6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6" name="Google Shape;576;p66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67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579" name="Google Shape;579;p67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7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7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7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7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7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7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7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8" name="Google Shape;588;p67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68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591" name="Google Shape;591;p68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8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8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8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8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8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8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8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9" name="Google Shape;599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0" name="Google Shape;600;p68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68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68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3" name="Google Shape;603;p68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69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606" name="Google Shape;606;p69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9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9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9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9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9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9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9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4" name="Google Shape;614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5" name="Google Shape;615;p69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69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70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619" name="Google Shape;619;p70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0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70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70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70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70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70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70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8" name="Google Shape;628;p70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70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70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70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2" name="Google Shape;632;p70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3" name="Google Shape;633;p70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71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636" name="Google Shape;636;p71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71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71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71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71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71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71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71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5" name="Google Shape;645;p71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71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71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71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71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0" name="Google Shape;650;p71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1" name="Google Shape;651;p71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2" name="Google Shape;652;p71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72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655" name="Google Shape;655;p72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72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72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72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72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72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72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72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3" name="Google Shape;663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4" name="Google Shape;664;p72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72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72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7" name="Google Shape;667;p72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72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72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72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1" name="Google Shape;671;p72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2" name="Google Shape;672;p72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3" name="Google Shape;673;p72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4" name="Google Shape;674;p72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5" name="Google Shape;675;p72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3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8" name="Google Shape;678;p73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73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0" name="Google Shape;680;p73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1" name="Google Shape;681;p73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2" name="Google Shape;682;p73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4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5" name="Google Shape;685;p74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74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75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689" name="Google Shape;689;p75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75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7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75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75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75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75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75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76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699" name="Google Shape;699;p76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700" name="Google Shape;700;p76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76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76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76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76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76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76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7" name="Google Shape;707;p76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8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13" name="Google Shape;713;p78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9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6" name="Google Shape;716;p79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7" name="Google Shape;717;p79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" name="Google Shape;719;p8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720" name="Google Shape;720;p80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80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8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8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8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8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80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80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9" name="Google Shape;729;p80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81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732" name="Google Shape;732;p81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81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8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8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8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8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81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81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0" name="Google Shape;740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1" name="Google Shape;741;p81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2" name="Google Shape;742;p81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3" name="Google Shape;743;p81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4" name="Google Shape;744;p81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oogle Shape;746;p82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747" name="Google Shape;747;p8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8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8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8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82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82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82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82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3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8" name="Google Shape;758;p83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4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5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3" name="Google Shape;763;p85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6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66" name="Google Shape;766;p86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7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9" name="Google Shape;769;p87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89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73" name="Google Shape;773;p89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89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89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89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89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89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89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89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1" name="Google Shape;781;p8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2" name="Google Shape;782;p89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89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89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89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89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89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89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9" name="Google Shape;789;p89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0" name="Google Shape;790;p89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1" name="Google Shape;791;p89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2" name="Google Shape;792;p89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3" name="Google Shape;793;p89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4" name="Google Shape;794;p89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5" name="Google Shape;795;p89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6" name="Google Shape;796;p89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7" name="Google Shape;797;p89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8" name="Google Shape;798;p89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9" name="Google Shape;799;p89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9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802" name="Google Shape;802;p90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90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9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9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9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9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90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90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0" name="Google Shape;810;p90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1" name="Google Shape;811;p90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3" name="Google Shape;813;p9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814" name="Google Shape;814;p9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9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9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9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9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9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9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9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92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825" name="Google Shape;825;p92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92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9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92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92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92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92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92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3" name="Google Shape;833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" name="Google Shape;835;p93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836" name="Google Shape;836;p93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93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93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93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93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93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93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93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4" name="Google Shape;844;p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47" name="Google Shape;847;p9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848" name="Google Shape;848;p9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849" name="Google Shape;849;p9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9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9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9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9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9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9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6" name="Google Shape;856;p9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95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859" name="Google Shape;859;p95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95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95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95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95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95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95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95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7" name="Google Shape;867;p95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8" name="Google Shape;868;p95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9" name="Google Shape;869;p95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oogle Shape;871;p9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872" name="Google Shape;872;p96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9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9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9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9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96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96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96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0" name="Google Shape;880;p96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1" name="Google Shape;881;p96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3" name="Google Shape;883;p97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884" name="Google Shape;884;p97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97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9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97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97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97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97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97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2" name="Google Shape;892;p97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3" name="Google Shape;893;p97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5" name="Google Shape;895;p9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896" name="Google Shape;896;p9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9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9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9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9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9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98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98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4" name="Google Shape;904;p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5" name="Google Shape;905;p98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907;p99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908" name="Google Shape;908;p99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99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99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99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99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99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99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99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6" name="Google Shape;916;p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7" name="Google Shape;917;p99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9" name="Google Shape;919;p100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920" name="Google Shape;920;p100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00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00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00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00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00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00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00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8" name="Google Shape;928;p1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9" name="Google Shape;929;p100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100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100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2" name="Google Shape;932;p100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934;p101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935" name="Google Shape;935;p101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01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01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01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01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01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01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01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3" name="Google Shape;943;p10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4" name="Google Shape;944;p101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101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102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948" name="Google Shape;948;p102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02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02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02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02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02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02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02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6" name="Google Shape;956;p10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7" name="Google Shape;957;p102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8" name="Google Shape;958;p102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p102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02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1" name="Google Shape;961;p102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2" name="Google Shape;962;p102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103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965" name="Google Shape;965;p103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03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03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03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03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03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03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03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3" name="Google Shape;973;p1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4" name="Google Shape;974;p103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5" name="Google Shape;975;p103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03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7" name="Google Shape;977;p103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" name="Google Shape;978;p103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9" name="Google Shape;979;p103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0" name="Google Shape;980;p103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81" name="Google Shape;981;p103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" name="Google Shape;983;p104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984" name="Google Shape;984;p104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04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04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04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04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04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04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04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2" name="Google Shape;992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3" name="Google Shape;993;p104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4" name="Google Shape;994;p104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5" name="Google Shape;995;p104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104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104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104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104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0" name="Google Shape;1000;p104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1" name="Google Shape;1001;p104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2" name="Google Shape;1002;p104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3" name="Google Shape;1003;p104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4" name="Google Shape;1004;p104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05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7" name="Google Shape;1007;p105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8" name="Google Shape;1008;p105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9" name="Google Shape;1009;p105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0" name="Google Shape;1010;p105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1" name="Google Shape;1011;p105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06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4" name="Google Shape;1014;p106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5" name="Google Shape;1015;p106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107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018" name="Google Shape;1018;p107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07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07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07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07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07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07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07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10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028" name="Google Shape;1028;p10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029" name="Google Shape;1029;p10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0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0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0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0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0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0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6" name="Google Shape;1036;p10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10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42" name="Google Shape;1042;p110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11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5" name="Google Shape;1045;p111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6" name="Google Shape;1046;p111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11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049" name="Google Shape;1049;p11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1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1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1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1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1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1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1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7" name="Google Shape;1057;p1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8" name="Google Shape;1058;p112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oogle Shape;1060;p113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061" name="Google Shape;1061;p113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13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13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13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1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13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13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13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9" name="Google Shape;1069;p1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0" name="Google Shape;1070;p113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1" name="Google Shape;1071;p113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2" name="Google Shape;1072;p113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73" name="Google Shape;1073;p113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1075;p114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1076" name="Google Shape;1076;p1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14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14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14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14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4" name="Google Shape;1084;p1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5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7" name="Google Shape;1087;p115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16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17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2" name="Google Shape;1092;p117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18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95" name="Google Shape;1095;p118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19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98" name="Google Shape;1098;p119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01;p121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1102" name="Google Shape;1102;p121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21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21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21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21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21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21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21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0" name="Google Shape;1110;p1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1" name="Google Shape;1111;p121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2" name="Google Shape;1112;p121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121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121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121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121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7" name="Google Shape;1117;p121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8" name="Google Shape;1118;p121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9" name="Google Shape;1119;p121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0" name="Google Shape;1120;p121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1" name="Google Shape;1121;p121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2" name="Google Shape;1122;p121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" name="Google Shape;1123;p121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4" name="Google Shape;1124;p121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5" name="Google Shape;1125;p121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6" name="Google Shape;1126;p121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7" name="Google Shape;1127;p121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8" name="Google Shape;1128;p121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oogle Shape;1130;p1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131" name="Google Shape;1131;p1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9" name="Google Shape;1139;p122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0" name="Google Shape;1140;p122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2" name="Google Shape;1142;p1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43" name="Google Shape;1143;p1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1" name="Google Shape;1151;p1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3" name="Google Shape;1153;p124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154" name="Google Shape;1154;p124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24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2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24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24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24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24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24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2" name="Google Shape;1162;p1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4" name="Google Shape;1164;p125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165" name="Google Shape;1165;p125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2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25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25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25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25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25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25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1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76" name="Google Shape;1176;p126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177" name="Google Shape;1177;p126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178" name="Google Shape;1178;p126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126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126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126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126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126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126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5" name="Google Shape;1185;p126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127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188" name="Google Shape;1188;p127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27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27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27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27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27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27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27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6" name="Google Shape;1196;p127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7" name="Google Shape;1197;p127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8" name="Google Shape;1198;p127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12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201" name="Google Shape;1201;p128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2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2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2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2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28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28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28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9" name="Google Shape;1209;p128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0" name="Google Shape;1210;p128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oogle Shape;1212;p129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213" name="Google Shape;1213;p129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29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29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29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29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29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29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29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1" name="Google Shape;1221;p129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2" name="Google Shape;1222;p129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3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225" name="Google Shape;1225;p130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30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3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3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3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3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30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30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3" name="Google Shape;1233;p1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4" name="Google Shape;1234;p130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13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237" name="Google Shape;1237;p13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3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3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3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3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3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3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3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5" name="Google Shape;1245;p1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6" name="Google Shape;1246;p13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8" name="Google Shape;1248;p132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1249" name="Google Shape;1249;p132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32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32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32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32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32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32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32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7" name="Google Shape;1257;p1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8" name="Google Shape;1258;p132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9" name="Google Shape;1259;p132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0" name="Google Shape;1260;p132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1" name="Google Shape;1261;p132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3" name="Google Shape;1263;p133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1264" name="Google Shape;1264;p133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33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33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33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33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33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33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33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1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3" name="Google Shape;1273;p133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4" name="Google Shape;1274;p133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oogle Shape;1276;p134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1277" name="Google Shape;1277;p134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34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34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34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34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34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34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34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5" name="Google Shape;1285;p1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6" name="Google Shape;1286;p134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p134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8" name="Google Shape;1288;p134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134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90" name="Google Shape;1290;p134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91" name="Google Shape;1291;p134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p135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1294" name="Google Shape;1294;p135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35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35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35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35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35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35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35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2" name="Google Shape;1302;p1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3" name="Google Shape;1303;p135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4" name="Google Shape;1304;p135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135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6" name="Google Shape;1306;p135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135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08" name="Google Shape;1308;p135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09" name="Google Shape;1309;p135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10" name="Google Shape;1310;p135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2" name="Google Shape;1312;p136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1313" name="Google Shape;1313;p136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36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36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36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36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36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36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36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1" name="Google Shape;1321;p1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22" name="Google Shape;1322;p136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3" name="Google Shape;1323;p136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4" name="Google Shape;1324;p136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5" name="Google Shape;1325;p136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" name="Google Shape;1326;p136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136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p136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9" name="Google Shape;1329;p136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30" name="Google Shape;1330;p136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31" name="Google Shape;1331;p136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32" name="Google Shape;1332;p136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33" name="Google Shape;1333;p136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37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6" name="Google Shape;1336;p137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7" name="Google Shape;1337;p137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8" name="Google Shape;1338;p137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9" name="Google Shape;1339;p137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0" name="Google Shape;1340;p137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38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3" name="Google Shape;1343;p138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4" name="Google Shape;1344;p138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6" name="Google Shape;1346;p139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347" name="Google Shape;1347;p139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39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39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39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39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39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39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39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6" name="Google Shape;1356;p140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357" name="Google Shape;1357;p140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358" name="Google Shape;1358;p140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140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140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140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140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140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140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65" name="Google Shape;1365;p140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4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71" name="Google Shape;1371;p14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4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4" name="Google Shape;1374;p14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5" name="Google Shape;1375;p14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14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378" name="Google Shape;1378;p14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4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4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4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4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4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4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4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6" name="Google Shape;1386;p1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7" name="Google Shape;1387;p14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oogle Shape;1389;p14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390" name="Google Shape;1390;p14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4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4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4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4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4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4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4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8" name="Google Shape;1398;p1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9" name="Google Shape;1399;p14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00" name="Google Shape;1400;p14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01" name="Google Shape;1401;p14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02" name="Google Shape;1402;p14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4" name="Google Shape;1404;p14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1405" name="Google Shape;1405;p14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4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4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4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4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4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4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4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3" name="Google Shape;1413;p1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4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6" name="Google Shape;1416;p14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4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4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1" name="Google Shape;1421;p14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5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24" name="Google Shape;1424;p15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5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7" name="Google Shape;1427;p15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0" name="Google Shape;1430;p15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1431" name="Google Shape;1431;p15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5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5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5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5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5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5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5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9" name="Google Shape;1439;p1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40" name="Google Shape;1440;p15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1" name="Google Shape;1441;p15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2" name="Google Shape;1442;p15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3" name="Google Shape;1443;p15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4" name="Google Shape;1444;p15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5" name="Google Shape;1445;p15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6" name="Google Shape;1446;p15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7" name="Google Shape;1447;p15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8" name="Google Shape;1448;p15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9" name="Google Shape;1449;p15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0" name="Google Shape;1450;p15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1" name="Google Shape;1451;p15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2" name="Google Shape;1452;p15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3" name="Google Shape;1453;p15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4" name="Google Shape;1454;p15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5" name="Google Shape;1455;p15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6" name="Google Shape;1456;p15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7" name="Google Shape;1457;p15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9" name="Google Shape;1459;p15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460" name="Google Shape;1460;p15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5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5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5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5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5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5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5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8" name="Google Shape;1468;p15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69" name="Google Shape;1469;p15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1" name="Google Shape;1471;p15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472" name="Google Shape;1472;p15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5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5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5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5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5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5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5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0" name="Google Shape;1480;p1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2" name="Google Shape;1482;p15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483" name="Google Shape;1483;p15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5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5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5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5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5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5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5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1" name="Google Shape;1491;p1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15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494" name="Google Shape;1494;p15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5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5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5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5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5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5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5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2" name="Google Shape;1502;p1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05" name="Google Shape;1505;p15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506" name="Google Shape;1506;p15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507" name="Google Shape;1507;p15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15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15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15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15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15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15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4" name="Google Shape;1514;p15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6" name="Google Shape;1516;p15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17" name="Google Shape;1517;p15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5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5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5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5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5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5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5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5" name="Google Shape;1525;p15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26" name="Google Shape;1526;p15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15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9" name="Google Shape;1529;p16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530" name="Google Shape;1530;p16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6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6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6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6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6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6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6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8" name="Google Shape;1538;p16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39" name="Google Shape;1539;p16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1" name="Google Shape;1541;p16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542" name="Google Shape;1542;p16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6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6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6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6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6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6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6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16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1" name="Google Shape;1551;p16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3" name="Google Shape;1553;p16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554" name="Google Shape;1554;p16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6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6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6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6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6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6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6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2" name="Google Shape;1562;p1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3" name="Google Shape;1563;p16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5" name="Google Shape;1565;p16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566" name="Google Shape;1566;p16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6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6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6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6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16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16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6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4" name="Google Shape;1574;p1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5" name="Google Shape;1575;p16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16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1578" name="Google Shape;1578;p16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6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6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6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6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6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6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6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6" name="Google Shape;1586;p1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7" name="Google Shape;1587;p16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6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6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0" name="Google Shape;1590;p16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16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1593" name="Google Shape;1593;p16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6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6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6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6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6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6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6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1" name="Google Shape;1601;p1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2" name="Google Shape;1602;p16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3" name="Google Shape;1603;p16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5" name="Google Shape;1605;p16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1606" name="Google Shape;1606;p16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6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6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6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6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6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6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6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4" name="Google Shape;1614;p1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15" name="Google Shape;1615;p16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6" name="Google Shape;1616;p16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7" name="Google Shape;1617;p16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8" name="Google Shape;1618;p16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19" name="Google Shape;1619;p16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0" name="Google Shape;1620;p16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2" name="Google Shape;1622;p16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1623" name="Google Shape;1623;p16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6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16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6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6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6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16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6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1" name="Google Shape;1631;p1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2" name="Google Shape;1632;p16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3" name="Google Shape;1633;p16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4" name="Google Shape;1634;p16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5" name="Google Shape;1635;p16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6" name="Google Shape;1636;p16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7" name="Google Shape;1637;p16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8" name="Google Shape;1638;p16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9" name="Google Shape;1639;p16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1" name="Google Shape;1641;p16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1642" name="Google Shape;1642;p16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6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6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6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6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6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6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6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0" name="Google Shape;1650;p1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1" name="Google Shape;1651;p16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2" name="Google Shape;1652;p16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3" name="Google Shape;1653;p16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4" name="Google Shape;1654;p16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5" name="Google Shape;1655;p16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6" name="Google Shape;1656;p16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7" name="Google Shape;1657;p16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58" name="Google Shape;1658;p16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59" name="Google Shape;1659;p16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60" name="Google Shape;1660;p16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61" name="Google Shape;1661;p16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62" name="Google Shape;1662;p16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6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5" name="Google Shape;1665;p16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6" name="Google Shape;1666;p16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7" name="Google Shape;1667;p16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8" name="Google Shape;1668;p16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9" name="Google Shape;1669;p16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7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72" name="Google Shape;1672;p17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3" name="Google Shape;1673;p17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5" name="Google Shape;1675;p17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676" name="Google Shape;1676;p17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7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7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7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7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7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7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7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17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686" name="Google Shape;1686;p17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687" name="Google Shape;1687;p17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17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17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17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17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17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17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4" name="Google Shape;1694;p17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74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700" name="Google Shape;1700;p174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75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03" name="Google Shape;1703;p175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4" name="Google Shape;1704;p175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6" name="Google Shape;1706;p17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07" name="Google Shape;1707;p17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7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17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7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7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7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7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7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5" name="Google Shape;1715;p1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6" name="Google Shape;1716;p176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8" name="Google Shape;1718;p177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19" name="Google Shape;1719;p177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77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77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7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177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77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177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77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7" name="Google Shape;1727;p1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8" name="Google Shape;1728;p177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29" name="Google Shape;1729;p177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30" name="Google Shape;1730;p17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1" name="Google Shape;1731;p17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3" name="Google Shape;1733;p178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1734" name="Google Shape;1734;p17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7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7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7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78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78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78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78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2" name="Google Shape;1742;p1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79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45" name="Google Shape;1745;p179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80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81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50" name="Google Shape;1750;p181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8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53" name="Google Shape;1753;p182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83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6" name="Google Shape;1756;p183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9" name="Google Shape;1759;p185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1760" name="Google Shape;1760;p185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85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185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185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85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185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185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85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8" name="Google Shape;1768;p18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9" name="Google Shape;1769;p185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0" name="Google Shape;1770;p185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1" name="Google Shape;1771;p185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2" name="Google Shape;1772;p185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3" name="Google Shape;1773;p185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4" name="Google Shape;1774;p185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5" name="Google Shape;1775;p185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6" name="Google Shape;1776;p185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7" name="Google Shape;1777;p185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8" name="Google Shape;1778;p185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9" name="Google Shape;1779;p185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0" name="Google Shape;1780;p185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1" name="Google Shape;1781;p185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2" name="Google Shape;1782;p185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3" name="Google Shape;1783;p185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4" name="Google Shape;1784;p185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5" name="Google Shape;1785;p185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6" name="Google Shape;1786;p185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8" name="Google Shape;1788;p18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89" name="Google Shape;1789;p18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8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8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8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8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18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8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8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7" name="Google Shape;1797;p186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8" name="Google Shape;1798;p186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0" name="Google Shape;1800;p187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801" name="Google Shape;1801;p187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187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187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87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87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87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87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87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9" name="Google Shape;1809;p1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1" name="Google Shape;1811;p188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812" name="Google Shape;1812;p188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88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8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188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88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88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88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88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0" name="Google Shape;1820;p18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Google Shape;1822;p189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823" name="Google Shape;1823;p189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89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89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89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89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89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89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89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1" name="Google Shape;1831;p18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34" name="Google Shape;1834;p190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835" name="Google Shape;1835;p190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836" name="Google Shape;1836;p190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190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190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190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190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190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190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3" name="Google Shape;1843;p190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5" name="Google Shape;1845;p191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846" name="Google Shape;1846;p191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91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191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191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191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191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191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191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4" name="Google Shape;1854;p191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5" name="Google Shape;1855;p191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6" name="Google Shape;1856;p191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8" name="Google Shape;1858;p19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59" name="Google Shape;1859;p192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9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9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9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9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92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92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92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7" name="Google Shape;1867;p192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8" name="Google Shape;1868;p192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0" name="Google Shape;1870;p193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71" name="Google Shape;1871;p193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93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93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9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93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93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93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193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9" name="Google Shape;1879;p193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80" name="Google Shape;1880;p193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2" name="Google Shape;1882;p19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83" name="Google Shape;1883;p19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19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19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19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19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19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19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9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1" name="Google Shape;1891;p1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2" name="Google Shape;1892;p194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" name="Google Shape;1894;p19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895" name="Google Shape;1895;p19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9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19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19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9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19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19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19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3" name="Google Shape;1903;p1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4" name="Google Shape;1904;p195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6" name="Google Shape;1906;p196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1907" name="Google Shape;1907;p196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96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96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196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196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196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196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196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5" name="Google Shape;1915;p19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6" name="Google Shape;1916;p196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7" name="Google Shape;1917;p196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8" name="Google Shape;1918;p196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19" name="Google Shape;1919;p196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1" name="Google Shape;1921;p197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1922" name="Google Shape;1922;p197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197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97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197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197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97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197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197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0" name="Google Shape;1930;p19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31" name="Google Shape;1931;p197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2" name="Google Shape;1932;p197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4" name="Google Shape;1934;p198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1935" name="Google Shape;1935;p198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198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198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198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198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198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98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98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3" name="Google Shape;1943;p1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4" name="Google Shape;1944;p198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5" name="Google Shape;1945;p198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6" name="Google Shape;1946;p198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7" name="Google Shape;1947;p198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48" name="Google Shape;1948;p198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49" name="Google Shape;1949;p198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1" name="Google Shape;1951;p199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1952" name="Google Shape;1952;p199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199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199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199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199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199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199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199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0" name="Google Shape;1960;p1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61" name="Google Shape;1961;p199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2" name="Google Shape;1962;p199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3" name="Google Shape;1963;p199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4" name="Google Shape;1964;p199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5" name="Google Shape;1965;p199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6" name="Google Shape;1966;p199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7" name="Google Shape;1967;p199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8" name="Google Shape;1968;p199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0" name="Google Shape;1970;p200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1971" name="Google Shape;1971;p200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00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00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00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00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00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00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00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9" name="Google Shape;1979;p2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0" name="Google Shape;1980;p200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1" name="Google Shape;1981;p200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2" name="Google Shape;1982;p200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3" name="Google Shape;1983;p200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4" name="Google Shape;1984;p200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5" name="Google Shape;1985;p200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6" name="Google Shape;1986;p200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7" name="Google Shape;1987;p200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8" name="Google Shape;1988;p200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9" name="Google Shape;1989;p200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0" name="Google Shape;1990;p200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1" name="Google Shape;1991;p200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201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4" name="Google Shape;1994;p201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5" name="Google Shape;1995;p201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6" name="Google Shape;1996;p201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7" name="Google Shape;1997;p201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8" name="Google Shape;1998;p201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202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1" name="Google Shape;2001;p202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2" name="Google Shape;2002;p202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oogle Shape;2004;p20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005" name="Google Shape;2005;p20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0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0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0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0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0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0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0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4" name="Google Shape;2014;p20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2015" name="Google Shape;2015;p20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2016" name="Google Shape;2016;p20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20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20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20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20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20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20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3" name="Google Shape;2023;p20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06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029" name="Google Shape;2029;p206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207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32" name="Google Shape;2032;p207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3" name="Google Shape;2033;p207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5" name="Google Shape;2035;p20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036" name="Google Shape;2036;p20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0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0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0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0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0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08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08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4" name="Google Shape;2044;p20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5" name="Google Shape;2045;p208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7" name="Google Shape;2047;p209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048" name="Google Shape;2048;p209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09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09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09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09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09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09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09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6" name="Google Shape;2056;p2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57" name="Google Shape;2057;p209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58" name="Google Shape;2058;p209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59" name="Google Shape;2059;p209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0" name="Google Shape;2060;p209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2" name="Google Shape;2062;p210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2063" name="Google Shape;2063;p210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10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1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1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10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10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10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10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1" name="Google Shape;2071;p2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211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74" name="Google Shape;2074;p211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12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213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79" name="Google Shape;2079;p213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214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82" name="Google Shape;2082;p214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215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85" name="Google Shape;2085;p215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8" name="Google Shape;2088;p217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2089" name="Google Shape;2089;p217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17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17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17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17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17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17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17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7" name="Google Shape;2097;p2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8" name="Google Shape;2098;p217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9" name="Google Shape;2099;p217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0" name="Google Shape;2100;p217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1" name="Google Shape;2101;p217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2" name="Google Shape;2102;p217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3" name="Google Shape;2103;p217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4" name="Google Shape;2104;p217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5" name="Google Shape;2105;p217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6" name="Google Shape;2106;p217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7" name="Google Shape;2107;p217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8" name="Google Shape;2108;p217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9" name="Google Shape;2109;p217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10" name="Google Shape;2110;p217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1" name="Google Shape;2111;p217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2" name="Google Shape;2112;p217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3" name="Google Shape;2113;p217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4" name="Google Shape;2114;p217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5" name="Google Shape;2115;p217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218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118" name="Google Shape;2118;p218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18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18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18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18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18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18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18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6" name="Google Shape;2126;p218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27" name="Google Shape;2127;p218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" name="Google Shape;2129;p219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130" name="Google Shape;2130;p219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19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19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19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19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19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19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19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8" name="Google Shape;2138;p2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" name="Google Shape;2140;p220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141" name="Google Shape;2141;p220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20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20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20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20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20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20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9" name="Google Shape;2149;p2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1" name="Google Shape;2151;p221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2152" name="Google Shape;2152;p221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21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21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21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21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21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21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0" name="Google Shape;2160;p2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2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63" name="Google Shape;2163;p22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2164" name="Google Shape;2164;p22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2165" name="Google Shape;2165;p22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22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22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22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22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22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22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2" name="Google Shape;2172;p22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oogle Shape;2174;p223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2175" name="Google Shape;2175;p223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23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23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23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23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23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23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23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3" name="Google Shape;2183;p223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4" name="Google Shape;2184;p223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5" name="Google Shape;2185;p223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7" name="Google Shape;2187;p22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188" name="Google Shape;2188;p224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2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2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2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2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24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24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24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6" name="Google Shape;2196;p224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97" name="Google Shape;2197;p224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9" name="Google Shape;2199;p225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200" name="Google Shape;2200;p225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2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2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2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2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25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25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25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8" name="Google Shape;2208;p225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9" name="Google Shape;2209;p225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1" name="Google Shape;2211;p226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212" name="Google Shape;2212;p22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2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2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2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2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26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26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26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0" name="Google Shape;2220;p2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1" name="Google Shape;2221;p226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3" name="Google Shape;2223;p227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224" name="Google Shape;2224;p227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27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27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27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27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27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27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27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2" name="Google Shape;2232;p2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3" name="Google Shape;2233;p227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5" name="Google Shape;2235;p228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236" name="Google Shape;2236;p228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28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28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28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28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28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28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28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4" name="Google Shape;2244;p2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5" name="Google Shape;2245;p228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6" name="Google Shape;2246;p228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7" name="Google Shape;2247;p228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48" name="Google Shape;2248;p228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0" name="Google Shape;2250;p229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251" name="Google Shape;2251;p229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29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29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29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29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29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29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29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9" name="Google Shape;2259;p2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0" name="Google Shape;2260;p229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1" name="Google Shape;2261;p229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3" name="Google Shape;2263;p230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264" name="Google Shape;2264;p230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30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30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30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30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30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30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30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2" name="Google Shape;2272;p2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73" name="Google Shape;2273;p230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4" name="Google Shape;2274;p230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5" name="Google Shape;2275;p230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6" name="Google Shape;2276;p230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7" name="Google Shape;2277;p230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8" name="Google Shape;2278;p230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0" name="Google Shape;2280;p231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281" name="Google Shape;2281;p231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31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31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31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31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31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31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31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9" name="Google Shape;2289;p2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0" name="Google Shape;2290;p231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1" name="Google Shape;2291;p231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2" name="Google Shape;2292;p231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3" name="Google Shape;2293;p231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4" name="Google Shape;2294;p231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5" name="Google Shape;2295;p231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6" name="Google Shape;2296;p231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7" name="Google Shape;2297;p231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232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300" name="Google Shape;2300;p232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32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32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32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32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32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32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32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8" name="Google Shape;2308;p2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9" name="Google Shape;2309;p232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0" name="Google Shape;2310;p232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1" name="Google Shape;2311;p232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2" name="Google Shape;2312;p232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3" name="Google Shape;2313;p232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4" name="Google Shape;2314;p232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5" name="Google Shape;2315;p232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6" name="Google Shape;2316;p232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7" name="Google Shape;2317;p232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8" name="Google Shape;2318;p232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9" name="Google Shape;2319;p232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0" name="Google Shape;2320;p232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233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3" name="Google Shape;2323;p233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4" name="Google Shape;2324;p233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5" name="Google Shape;2325;p233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6" name="Google Shape;2326;p233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7" name="Google Shape;2327;p233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234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30" name="Google Shape;2330;p234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1" name="Google Shape;2331;p234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3" name="Google Shape;2333;p235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334" name="Google Shape;2334;p235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35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3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35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35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35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35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35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236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2344" name="Google Shape;2344;p236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2345" name="Google Shape;2345;p236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236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236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236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236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236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39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236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52" name="Google Shape;2352;p236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32" Type="http://schemas.openxmlformats.org/officeDocument/2006/relationships/theme" Target="../theme/theme7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69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32" Type="http://schemas.openxmlformats.org/officeDocument/2006/relationships/theme" Target="../theme/theme8.xml"/><Relationship Id="rId1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0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3.xml"/><Relationship Id="rId22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6.xml"/><Relationship Id="rId1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1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26.xml"/><Relationship Id="rId21" Type="http://schemas.openxmlformats.org/officeDocument/2006/relationships/slideLayout" Target="../slideLayouts/slideLayout125.xml"/><Relationship Id="rId24" Type="http://schemas.openxmlformats.org/officeDocument/2006/relationships/slideLayout" Target="../slideLayouts/slideLayout128.xml"/><Relationship Id="rId23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26" Type="http://schemas.openxmlformats.org/officeDocument/2006/relationships/slideLayout" Target="../slideLayouts/slideLayout130.xml"/><Relationship Id="rId25" Type="http://schemas.openxmlformats.org/officeDocument/2006/relationships/slideLayout" Target="../slideLayouts/slideLayout129.xml"/><Relationship Id="rId28" Type="http://schemas.openxmlformats.org/officeDocument/2006/relationships/slideLayout" Target="../slideLayouts/slideLayout132.xml"/><Relationship Id="rId27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29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31" Type="http://schemas.openxmlformats.org/officeDocument/2006/relationships/slideLayout" Target="../slideLayouts/slideLayout135.xml"/><Relationship Id="rId3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4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2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5.xml"/><Relationship Id="rId22" Type="http://schemas.openxmlformats.org/officeDocument/2006/relationships/slideLayout" Target="../slideLayouts/slideLayout157.xml"/><Relationship Id="rId21" Type="http://schemas.openxmlformats.org/officeDocument/2006/relationships/slideLayout" Target="../slideLayouts/slideLayout156.xml"/><Relationship Id="rId24" Type="http://schemas.openxmlformats.org/officeDocument/2006/relationships/slideLayout" Target="../slideLayouts/slideLayout159.xml"/><Relationship Id="rId23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26" Type="http://schemas.openxmlformats.org/officeDocument/2006/relationships/slideLayout" Target="../slideLayouts/slideLayout161.xml"/><Relationship Id="rId25" Type="http://schemas.openxmlformats.org/officeDocument/2006/relationships/slideLayout" Target="../slideLayouts/slideLayout160.xml"/><Relationship Id="rId28" Type="http://schemas.openxmlformats.org/officeDocument/2006/relationships/slideLayout" Target="../slideLayouts/slideLayout163.xml"/><Relationship Id="rId27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1.xml"/><Relationship Id="rId29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42.xml"/><Relationship Id="rId8" Type="http://schemas.openxmlformats.org/officeDocument/2006/relationships/slideLayout" Target="../slideLayouts/slideLayout143.xml"/><Relationship Id="rId31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5.xml"/><Relationship Id="rId32" Type="http://schemas.openxmlformats.org/officeDocument/2006/relationships/theme" Target="../theme/theme5.xml"/><Relationship Id="rId13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49.xml"/><Relationship Id="rId17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51.xml"/><Relationship Id="rId19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3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6.xml"/><Relationship Id="rId22" Type="http://schemas.openxmlformats.org/officeDocument/2006/relationships/slideLayout" Target="../slideLayouts/slideLayout188.xml"/><Relationship Id="rId21" Type="http://schemas.openxmlformats.org/officeDocument/2006/relationships/slideLayout" Target="../slideLayouts/slideLayout187.xml"/><Relationship Id="rId24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26" Type="http://schemas.openxmlformats.org/officeDocument/2006/relationships/slideLayout" Target="../slideLayouts/slideLayout192.xml"/><Relationship Id="rId25" Type="http://schemas.openxmlformats.org/officeDocument/2006/relationships/slideLayout" Target="../slideLayouts/slideLayout191.xml"/><Relationship Id="rId28" Type="http://schemas.openxmlformats.org/officeDocument/2006/relationships/slideLayout" Target="../slideLayouts/slideLayout194.xml"/><Relationship Id="rId27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29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Relationship Id="rId31" Type="http://schemas.openxmlformats.org/officeDocument/2006/relationships/slideLayout" Target="../slideLayouts/slideLayout197.xml"/><Relationship Id="rId30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6.xml"/><Relationship Id="rId32" Type="http://schemas.openxmlformats.org/officeDocument/2006/relationships/theme" Target="../theme/theme9.xml"/><Relationship Id="rId13" Type="http://schemas.openxmlformats.org/officeDocument/2006/relationships/slideLayout" Target="../slideLayouts/slideLayout179.xml"/><Relationship Id="rId12" Type="http://schemas.openxmlformats.org/officeDocument/2006/relationships/slideLayout" Target="../slideLayouts/slideLayout178.xml"/><Relationship Id="rId15" Type="http://schemas.openxmlformats.org/officeDocument/2006/relationships/slideLayout" Target="../slideLayouts/slideLayout181.xml"/><Relationship Id="rId14" Type="http://schemas.openxmlformats.org/officeDocument/2006/relationships/slideLayout" Target="../slideLayouts/slideLayout180.xml"/><Relationship Id="rId17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82.xml"/><Relationship Id="rId19" Type="http://schemas.openxmlformats.org/officeDocument/2006/relationships/slideLayout" Target="../slideLayouts/slideLayout185.xml"/><Relationship Id="rId18" Type="http://schemas.openxmlformats.org/officeDocument/2006/relationships/slideLayout" Target="../slideLayouts/slideLayout184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17.xml"/><Relationship Id="rId22" Type="http://schemas.openxmlformats.org/officeDocument/2006/relationships/slideLayout" Target="../slideLayouts/slideLayout219.xml"/><Relationship Id="rId21" Type="http://schemas.openxmlformats.org/officeDocument/2006/relationships/slideLayout" Target="../slideLayouts/slideLayout218.xml"/><Relationship Id="rId24" Type="http://schemas.openxmlformats.org/officeDocument/2006/relationships/slideLayout" Target="../slideLayouts/slideLayout221.xml"/><Relationship Id="rId23" Type="http://schemas.openxmlformats.org/officeDocument/2006/relationships/slideLayout" Target="../slideLayouts/slideLayout220.xml"/><Relationship Id="rId1" Type="http://schemas.openxmlformats.org/officeDocument/2006/relationships/slideLayout" Target="../slideLayouts/slideLayout198.xml"/><Relationship Id="rId2" Type="http://schemas.openxmlformats.org/officeDocument/2006/relationships/slideLayout" Target="../slideLayouts/slideLayout199.xml"/><Relationship Id="rId3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6.xml"/><Relationship Id="rId26" Type="http://schemas.openxmlformats.org/officeDocument/2006/relationships/slideLayout" Target="../slideLayouts/slideLayout223.xml"/><Relationship Id="rId25" Type="http://schemas.openxmlformats.org/officeDocument/2006/relationships/slideLayout" Target="../slideLayouts/slideLayout222.xml"/><Relationship Id="rId28" Type="http://schemas.openxmlformats.org/officeDocument/2006/relationships/slideLayout" Target="../slideLayouts/slideLayout225.xml"/><Relationship Id="rId27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3.xml"/><Relationship Id="rId29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04.xml"/><Relationship Id="rId8" Type="http://schemas.openxmlformats.org/officeDocument/2006/relationships/slideLayout" Target="../slideLayouts/slideLayout205.xml"/><Relationship Id="rId31" Type="http://schemas.openxmlformats.org/officeDocument/2006/relationships/slideLayout" Target="../slideLayouts/slideLayout228.xml"/><Relationship Id="rId30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07.xml"/><Relationship Id="rId32" Type="http://schemas.openxmlformats.org/officeDocument/2006/relationships/theme" Target="../theme/theme3.xml"/><Relationship Id="rId13" Type="http://schemas.openxmlformats.org/officeDocument/2006/relationships/slideLayout" Target="../slideLayouts/slideLayout210.xml"/><Relationship Id="rId12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2.xml"/><Relationship Id="rId14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4.xml"/><Relationship Id="rId16" Type="http://schemas.openxmlformats.org/officeDocument/2006/relationships/slideLayout" Target="../slideLayouts/slideLayout213.xml"/><Relationship Id="rId19" Type="http://schemas.openxmlformats.org/officeDocument/2006/relationships/slideLayout" Target="../slideLayouts/slideLayout216.xml"/><Relationship Id="rId18" Type="http://schemas.openxmlformats.org/officeDocument/2006/relationships/slideLayout" Target="../slideLayouts/slideLayout2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381" name="Google Shape;381;p4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10" name="Google Shape;710;p7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1039" name="Google Shape;1039;p10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  <p:sldLayoutId id="2147483780" r:id="rId29"/>
    <p:sldLayoutId id="2147483781" r:id="rId30"/>
    <p:sldLayoutId id="2147483782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1368" name="Google Shape;1368;p14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802" r:id="rId20"/>
    <p:sldLayoutId id="2147483803" r:id="rId21"/>
    <p:sldLayoutId id="2147483804" r:id="rId22"/>
    <p:sldLayoutId id="2147483805" r:id="rId23"/>
    <p:sldLayoutId id="2147483806" r:id="rId24"/>
    <p:sldLayoutId id="2147483807" r:id="rId25"/>
    <p:sldLayoutId id="2147483808" r:id="rId26"/>
    <p:sldLayoutId id="2147483809" r:id="rId27"/>
    <p:sldLayoutId id="2147483810" r:id="rId28"/>
    <p:sldLayoutId id="2147483811" r:id="rId29"/>
    <p:sldLayoutId id="2147483812" r:id="rId30"/>
    <p:sldLayoutId id="2147483813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7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1697" name="Google Shape;1697;p17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  <p:sldLayoutId id="2147483842" r:id="rId29"/>
    <p:sldLayoutId id="2147483843" r:id="rId30"/>
    <p:sldLayoutId id="2147483844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20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2026" name="Google Shape;2026;p20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70" r:id="rId26"/>
    <p:sldLayoutId id="2147483871" r:id="rId27"/>
    <p:sldLayoutId id="2147483872" r:id="rId28"/>
    <p:sldLayoutId id="2147483873" r:id="rId29"/>
    <p:sldLayoutId id="2147483874" r:id="rId30"/>
    <p:sldLayoutId id="2147483875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237"/>
          <p:cNvSpPr txBox="1"/>
          <p:nvPr>
            <p:ph type="ctrTitle"/>
          </p:nvPr>
        </p:nvSpPr>
        <p:spPr>
          <a:xfrm>
            <a:off x="713225" y="687191"/>
            <a:ext cx="4160700" cy="18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Q-Networks and Double DQN for Atari Breakout </a:t>
            </a:r>
            <a:endParaRPr/>
          </a:p>
        </p:txBody>
      </p:sp>
      <p:sp>
        <p:nvSpPr>
          <p:cNvPr id="2358" name="Google Shape;2358;p237"/>
          <p:cNvSpPr txBox="1"/>
          <p:nvPr>
            <p:ph idx="1" type="subTitle"/>
          </p:nvPr>
        </p:nvSpPr>
        <p:spPr>
          <a:xfrm>
            <a:off x="713225" y="3166553"/>
            <a:ext cx="4275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Sarthak Nandwani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Course</a:t>
            </a:r>
            <a:r>
              <a:rPr lang="en"/>
              <a:t>: </a:t>
            </a:r>
            <a:r>
              <a:rPr lang="en"/>
              <a:t>Introduction to Deep Reinforcement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Degree Program</a:t>
            </a:r>
            <a:r>
              <a:rPr lang="en"/>
              <a:t>: M.Sc. Computer Science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Kiel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23.06.2026</a:t>
            </a:r>
            <a:endParaRPr/>
          </a:p>
        </p:txBody>
      </p:sp>
      <p:grpSp>
        <p:nvGrpSpPr>
          <p:cNvPr id="2359" name="Google Shape;2359;p237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2360" name="Google Shape;2360;p237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37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37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37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37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37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37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37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37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37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37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37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37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37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37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37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37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37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37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37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38"/>
          <p:cNvSpPr txBox="1"/>
          <p:nvPr>
            <p:ph type="title"/>
          </p:nvPr>
        </p:nvSpPr>
        <p:spPr>
          <a:xfrm>
            <a:off x="713225" y="2384250"/>
            <a:ext cx="4344300" cy="8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Project Objectives</a:t>
            </a:r>
            <a:endParaRPr sz="3600"/>
          </a:p>
        </p:txBody>
      </p:sp>
      <p:sp>
        <p:nvSpPr>
          <p:cNvPr id="2385" name="Google Shape;2385;p238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01</a:t>
            </a:r>
            <a:endParaRPr sz="4800"/>
          </a:p>
        </p:txBody>
      </p:sp>
      <p:grpSp>
        <p:nvGrpSpPr>
          <p:cNvPr id="2386" name="Google Shape;2386;p238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387" name="Google Shape;2387;p238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38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38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38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38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38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38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38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38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38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38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38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38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38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38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38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38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04" name="Google Shape;2404;p238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239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of the Project </a:t>
            </a:r>
            <a:endParaRPr/>
          </a:p>
        </p:txBody>
      </p:sp>
      <p:sp>
        <p:nvSpPr>
          <p:cNvPr id="2410" name="Google Shape;2410;p239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Implement DQN and Double DQN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Train agents on Atari Breakout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learning performance and stability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Investigate the impact of overestimation bias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1" name="Google Shape;2411;p239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412" name="Google Shape;2412;p239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39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39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39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39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39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39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39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39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39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39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39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39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39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39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39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39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39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24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DQN Recap </a:t>
            </a:r>
            <a:endParaRPr/>
          </a:p>
        </p:txBody>
      </p:sp>
      <p:sp>
        <p:nvSpPr>
          <p:cNvPr id="2435" name="Google Shape;2435;p240"/>
          <p:cNvSpPr txBox="1"/>
          <p:nvPr>
            <p:ph idx="1" type="subTitle"/>
          </p:nvPr>
        </p:nvSpPr>
        <p:spPr>
          <a:xfrm>
            <a:off x="720000" y="1652075"/>
            <a:ext cx="55497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DQN approximates Q-values using a neural network.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Uses: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Experience Replay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Target Network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Successfully learns from image observations.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State → CNN → Q-values → Action</a:t>
            </a:r>
            <a:endParaRPr sz="1800"/>
          </a:p>
        </p:txBody>
      </p:sp>
      <p:grpSp>
        <p:nvGrpSpPr>
          <p:cNvPr id="2436" name="Google Shape;2436;p240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437" name="Google Shape;2437;p240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40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40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40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40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40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40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40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40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40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40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40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40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40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40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40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40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40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241"/>
          <p:cNvSpPr txBox="1"/>
          <p:nvPr>
            <p:ph type="title"/>
          </p:nvPr>
        </p:nvSpPr>
        <p:spPr>
          <a:xfrm>
            <a:off x="713225" y="2169946"/>
            <a:ext cx="4344300" cy="17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Motivation for Double DQN </a:t>
            </a:r>
            <a:endParaRPr sz="3600"/>
          </a:p>
        </p:txBody>
      </p:sp>
      <p:sp>
        <p:nvSpPr>
          <p:cNvPr id="2460" name="Google Shape;2460;p241"/>
          <p:cNvSpPr txBox="1"/>
          <p:nvPr>
            <p:ph idx="2" type="title"/>
          </p:nvPr>
        </p:nvSpPr>
        <p:spPr>
          <a:xfrm>
            <a:off x="713225" y="1387983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02</a:t>
            </a:r>
            <a:endParaRPr sz="4800"/>
          </a:p>
        </p:txBody>
      </p:sp>
      <p:grpSp>
        <p:nvGrpSpPr>
          <p:cNvPr id="2461" name="Google Shape;2461;p241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462" name="Google Shape;2462;p241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41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41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41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41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41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41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41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41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41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41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41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41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41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41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41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41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79" name="Google Shape;2479;p241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242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Overestimation Bias </a:t>
            </a:r>
            <a:endParaRPr/>
          </a:p>
        </p:txBody>
      </p:sp>
      <p:sp>
        <p:nvSpPr>
          <p:cNvPr id="2485" name="Google Shape;2485;p242"/>
          <p:cNvSpPr txBox="1"/>
          <p:nvPr>
            <p:ph idx="1" type="subTitle"/>
          </p:nvPr>
        </p:nvSpPr>
        <p:spPr>
          <a:xfrm>
            <a:off x="720000" y="2013727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DQN uses the same network to: 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Experience Replay</a:t>
            </a:r>
            <a:endParaRPr sz="18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Target Network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lead to overly optimistic Q-values.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May result in unstable learning.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486" name="Google Shape;2486;p24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487" name="Google Shape;2487;p24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4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4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4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4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4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4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4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4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4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4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4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4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4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4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4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4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4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243"/>
          <p:cNvSpPr txBox="1"/>
          <p:nvPr>
            <p:ph type="title"/>
          </p:nvPr>
        </p:nvSpPr>
        <p:spPr>
          <a:xfrm>
            <a:off x="713225" y="2169950"/>
            <a:ext cx="4344300" cy="10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Double DQN </a:t>
            </a:r>
            <a:endParaRPr sz="3600"/>
          </a:p>
        </p:txBody>
      </p:sp>
      <p:sp>
        <p:nvSpPr>
          <p:cNvPr id="2510" name="Google Shape;2510;p243"/>
          <p:cNvSpPr txBox="1"/>
          <p:nvPr>
            <p:ph idx="2" type="title"/>
          </p:nvPr>
        </p:nvSpPr>
        <p:spPr>
          <a:xfrm>
            <a:off x="713225" y="1387983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03</a:t>
            </a:r>
            <a:endParaRPr sz="4800"/>
          </a:p>
        </p:txBody>
      </p:sp>
      <p:grpSp>
        <p:nvGrpSpPr>
          <p:cNvPr id="2511" name="Google Shape;2511;p243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512" name="Google Shape;2512;p243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43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43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43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43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43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43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43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43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43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43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43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43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43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43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43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43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29" name="Google Shape;2529;p243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244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</a:t>
            </a:r>
            <a:endParaRPr/>
          </a:p>
        </p:txBody>
      </p:sp>
      <p:sp>
        <p:nvSpPr>
          <p:cNvPr id="2535" name="Google Shape;2535;p244"/>
          <p:cNvSpPr txBox="1"/>
          <p:nvPr>
            <p:ph idx="1" type="subTitle"/>
          </p:nvPr>
        </p:nvSpPr>
        <p:spPr>
          <a:xfrm>
            <a:off x="720000" y="2013727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Online Network selects action.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Target Network evaluates action.</a:t>
            </a:r>
            <a:endParaRPr sz="1800"/>
          </a:p>
        </p:txBody>
      </p:sp>
      <p:grpSp>
        <p:nvGrpSpPr>
          <p:cNvPr id="2536" name="Google Shape;2536;p244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537" name="Google Shape;2537;p244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44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44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44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44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44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44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44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44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44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44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44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44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44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44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44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44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44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2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Equations</a:t>
            </a:r>
            <a:endParaRPr/>
          </a:p>
        </p:txBody>
      </p:sp>
      <p:sp>
        <p:nvSpPr>
          <p:cNvPr id="2560" name="Google Shape;2560;p245"/>
          <p:cNvSpPr txBox="1"/>
          <p:nvPr>
            <p:ph idx="3" type="subTitle"/>
          </p:nvPr>
        </p:nvSpPr>
        <p:spPr>
          <a:xfrm>
            <a:off x="3059488" y="1352623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DQN</a:t>
            </a:r>
            <a:endParaRPr/>
          </a:p>
        </p:txBody>
      </p:sp>
      <p:sp>
        <p:nvSpPr>
          <p:cNvPr id="2561" name="Google Shape;2561;p245"/>
          <p:cNvSpPr txBox="1"/>
          <p:nvPr>
            <p:ph idx="4" type="subTitle"/>
          </p:nvPr>
        </p:nvSpPr>
        <p:spPr>
          <a:xfrm>
            <a:off x="2986024" y="3187698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DQN</a:t>
            </a:r>
            <a:endParaRPr/>
          </a:p>
        </p:txBody>
      </p:sp>
      <p:pic>
        <p:nvPicPr>
          <p:cNvPr id="2562" name="Google Shape;2562;p245" title="double_dqn_target_equ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281" y="3814350"/>
            <a:ext cx="627394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3" name="Google Shape;2563;p245" title="dqn_target_equ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585" y="1845355"/>
            <a:ext cx="431482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246"/>
          <p:cNvSpPr txBox="1"/>
          <p:nvPr>
            <p:ph type="title"/>
          </p:nvPr>
        </p:nvSpPr>
        <p:spPr>
          <a:xfrm>
            <a:off x="713225" y="2397625"/>
            <a:ext cx="4344300" cy="84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Experimental Setup</a:t>
            </a:r>
            <a:endParaRPr sz="3600"/>
          </a:p>
        </p:txBody>
      </p:sp>
      <p:sp>
        <p:nvSpPr>
          <p:cNvPr id="2569" name="Google Shape;2569;p246"/>
          <p:cNvSpPr txBox="1"/>
          <p:nvPr>
            <p:ph idx="2" type="title"/>
          </p:nvPr>
        </p:nvSpPr>
        <p:spPr>
          <a:xfrm>
            <a:off x="713225" y="1387983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04</a:t>
            </a:r>
            <a:endParaRPr sz="4800"/>
          </a:p>
        </p:txBody>
      </p:sp>
      <p:grpSp>
        <p:nvGrpSpPr>
          <p:cNvPr id="2570" name="Google Shape;2570;p246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571" name="Google Shape;2571;p246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46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46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46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46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46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46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46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46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46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46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46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46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46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46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46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46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88" name="Google Shape;2588;p246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247"/>
          <p:cNvSpPr txBox="1"/>
          <p:nvPr>
            <p:ph type="title"/>
          </p:nvPr>
        </p:nvSpPr>
        <p:spPr>
          <a:xfrm>
            <a:off x="720000" y="267901"/>
            <a:ext cx="3777300" cy="13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Overview</a:t>
            </a:r>
            <a:endParaRPr/>
          </a:p>
        </p:txBody>
      </p:sp>
      <p:sp>
        <p:nvSpPr>
          <p:cNvPr id="2594" name="Google Shape;2594;p247"/>
          <p:cNvSpPr txBox="1"/>
          <p:nvPr>
            <p:ph idx="1" type="subTitle"/>
          </p:nvPr>
        </p:nvSpPr>
        <p:spPr>
          <a:xfrm>
            <a:off x="545871" y="1620927"/>
            <a:ext cx="37773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Components:</a:t>
            </a:r>
            <a:endParaRPr sz="18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Frame preprocessing</a:t>
            </a:r>
            <a:endParaRPr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Frame stacking</a:t>
            </a:r>
            <a:endParaRPr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Replay buffer</a:t>
            </a:r>
            <a:endParaRPr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CNN-based Q-network</a:t>
            </a:r>
            <a:endParaRPr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Target network</a:t>
            </a:r>
            <a:endParaRPr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800"/>
              <a:t>DQN and Double DQN training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95" name="Google Shape;2595;p247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677" y="0"/>
            <a:ext cx="43374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2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  <p:graphicFrame>
        <p:nvGraphicFramePr>
          <p:cNvPr id="2601" name="Google Shape;2601;p248"/>
          <p:cNvGraphicFramePr/>
          <p:nvPr/>
        </p:nvGraphicFramePr>
        <p:xfrm>
          <a:off x="8362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{7359C723-A480-4ABF-ACDA-6D1A7D32B580}</a:tableStyleId>
              </a:tblPr>
              <a:tblGrid>
                <a:gridCol w="2490500"/>
                <a:gridCol w="4847925"/>
              </a:tblGrid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Component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Details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Q-Network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CNN + Fully Connected Layers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Activation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ReLU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Output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Q-Values for each action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Network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Periodically updated copy of Q-Network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249"/>
          <p:cNvSpPr txBox="1"/>
          <p:nvPr>
            <p:ph type="title"/>
          </p:nvPr>
        </p:nvSpPr>
        <p:spPr>
          <a:xfrm>
            <a:off x="720000" y="31108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Hyperparameters</a:t>
            </a:r>
            <a:endParaRPr/>
          </a:p>
        </p:txBody>
      </p:sp>
      <p:graphicFrame>
        <p:nvGraphicFramePr>
          <p:cNvPr id="2607" name="Google Shape;2607;p249"/>
          <p:cNvGraphicFramePr/>
          <p:nvPr/>
        </p:nvGraphicFramePr>
        <p:xfrm>
          <a:off x="930012" y="11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{7359C723-A480-4ABF-ACDA-6D1A7D32B580}</a:tableStyleId>
              </a:tblPr>
              <a:tblGrid>
                <a:gridCol w="2490500"/>
                <a:gridCol w="4847925"/>
              </a:tblGrid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Hyperparameter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Optimizer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Adam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Learning Rate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1e-4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Discount Factor (γ) 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0.99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Batch Size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Replay Buffer Size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100K steps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 Frequency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Target Update Frequency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1000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2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Exploration Strategy</a:t>
            </a:r>
            <a:endParaRPr/>
          </a:p>
        </p:txBody>
      </p:sp>
      <p:graphicFrame>
        <p:nvGraphicFramePr>
          <p:cNvPr id="2613" name="Google Shape;2613;p250"/>
          <p:cNvGraphicFramePr/>
          <p:nvPr/>
        </p:nvGraphicFramePr>
        <p:xfrm>
          <a:off x="8362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{7359C723-A480-4ABF-ACDA-6D1A7D32B580}</a:tableStyleId>
              </a:tblPr>
              <a:tblGrid>
                <a:gridCol w="2490500"/>
                <a:gridCol w="4847925"/>
              </a:tblGrid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Component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Details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Policy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ε - Greedy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Initial ε 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 ε 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0.1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Decay Strategy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 Decay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251"/>
          <p:cNvSpPr txBox="1"/>
          <p:nvPr>
            <p:ph type="title"/>
          </p:nvPr>
        </p:nvSpPr>
        <p:spPr>
          <a:xfrm>
            <a:off x="713225" y="2866452"/>
            <a:ext cx="4344300" cy="4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Results after first 100K Steps</a:t>
            </a:r>
            <a:endParaRPr sz="3600"/>
          </a:p>
        </p:txBody>
      </p:sp>
      <p:sp>
        <p:nvSpPr>
          <p:cNvPr id="2619" name="Google Shape;2619;p251"/>
          <p:cNvSpPr txBox="1"/>
          <p:nvPr>
            <p:ph idx="2" type="title"/>
          </p:nvPr>
        </p:nvSpPr>
        <p:spPr>
          <a:xfrm>
            <a:off x="713225" y="396788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05</a:t>
            </a:r>
            <a:endParaRPr sz="4800"/>
          </a:p>
        </p:txBody>
      </p:sp>
      <p:sp>
        <p:nvSpPr>
          <p:cNvPr id="2620" name="Google Shape;2620;p251"/>
          <p:cNvSpPr txBox="1"/>
          <p:nvPr>
            <p:ph idx="1" type="subTitle"/>
          </p:nvPr>
        </p:nvSpPr>
        <p:spPr>
          <a:xfrm>
            <a:off x="713225" y="3568045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decay of epsilon from 1.0 to 0.1</a:t>
            </a:r>
            <a:endParaRPr/>
          </a:p>
        </p:txBody>
      </p:sp>
      <p:grpSp>
        <p:nvGrpSpPr>
          <p:cNvPr id="2621" name="Google Shape;2621;p251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622" name="Google Shape;2622;p251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51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51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51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51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51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51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51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51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51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51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51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51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51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51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51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51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252"/>
          <p:cNvSpPr txBox="1"/>
          <p:nvPr>
            <p:ph type="title"/>
          </p:nvPr>
        </p:nvSpPr>
        <p:spPr>
          <a:xfrm>
            <a:off x="720000" y="25750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 Curves</a:t>
            </a:r>
            <a:endParaRPr/>
          </a:p>
        </p:txBody>
      </p:sp>
      <p:pic>
        <p:nvPicPr>
          <p:cNvPr id="2644" name="Google Shape;2644;p252" title="rewards_100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638" y="990925"/>
            <a:ext cx="7476726" cy="392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p253"/>
          <p:cNvSpPr txBox="1"/>
          <p:nvPr>
            <p:ph type="title"/>
          </p:nvPr>
        </p:nvSpPr>
        <p:spPr>
          <a:xfrm>
            <a:off x="720000" y="25750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Curves</a:t>
            </a:r>
            <a:endParaRPr/>
          </a:p>
        </p:txBody>
      </p:sp>
      <p:pic>
        <p:nvPicPr>
          <p:cNvPr id="2650" name="Google Shape;2650;p253" title="loss_100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12" y="951000"/>
            <a:ext cx="7456676" cy="39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2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after 100K Steps</a:t>
            </a:r>
            <a:endParaRPr/>
          </a:p>
        </p:txBody>
      </p:sp>
      <p:graphicFrame>
        <p:nvGraphicFramePr>
          <p:cNvPr id="2656" name="Google Shape;2656;p254"/>
          <p:cNvGraphicFramePr/>
          <p:nvPr/>
        </p:nvGraphicFramePr>
        <p:xfrm>
          <a:off x="83625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{7359C723-A480-4ABF-ACDA-6D1A7D32B580}</a:tableStyleId>
              </a:tblPr>
              <a:tblGrid>
                <a:gridCol w="2154325"/>
                <a:gridCol w="2790350"/>
                <a:gridCol w="2526825"/>
              </a:tblGrid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DQN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Double-DQN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Avg. Reward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2.48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2.28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Max. Reward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Std Dev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1.69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0.010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0.003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255"/>
          <p:cNvSpPr txBox="1"/>
          <p:nvPr>
            <p:ph type="title"/>
          </p:nvPr>
        </p:nvSpPr>
        <p:spPr>
          <a:xfrm>
            <a:off x="713225" y="1634150"/>
            <a:ext cx="4344300" cy="158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Extended Training (200K Total Steps)</a:t>
            </a:r>
            <a:endParaRPr sz="3600"/>
          </a:p>
        </p:txBody>
      </p:sp>
      <p:sp>
        <p:nvSpPr>
          <p:cNvPr id="2662" name="Google Shape;2662;p255"/>
          <p:cNvSpPr txBox="1"/>
          <p:nvPr>
            <p:ph idx="2" type="title"/>
          </p:nvPr>
        </p:nvSpPr>
        <p:spPr>
          <a:xfrm>
            <a:off x="713225" y="659736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06</a:t>
            </a:r>
            <a:endParaRPr sz="4800"/>
          </a:p>
        </p:txBody>
      </p:sp>
      <p:sp>
        <p:nvSpPr>
          <p:cNvPr id="2663" name="Google Shape;2663;p255"/>
          <p:cNvSpPr txBox="1"/>
          <p:nvPr>
            <p:ph idx="1" type="subTitle"/>
          </p:nvPr>
        </p:nvSpPr>
        <p:spPr>
          <a:xfrm>
            <a:off x="713225" y="3608235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epsilon of 0.1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= 100K to 200K</a:t>
            </a:r>
            <a:endParaRPr/>
          </a:p>
        </p:txBody>
      </p:sp>
      <p:grpSp>
        <p:nvGrpSpPr>
          <p:cNvPr id="2664" name="Google Shape;2664;p255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2665" name="Google Shape;2665;p255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55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55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55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55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55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55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55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55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55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55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55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55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55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55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55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55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256"/>
          <p:cNvSpPr txBox="1"/>
          <p:nvPr>
            <p:ph type="title"/>
          </p:nvPr>
        </p:nvSpPr>
        <p:spPr>
          <a:xfrm>
            <a:off x="720000" y="25750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 Curves</a:t>
            </a:r>
            <a:endParaRPr/>
          </a:p>
        </p:txBody>
      </p:sp>
      <p:pic>
        <p:nvPicPr>
          <p:cNvPr id="2687" name="Google Shape;2687;p256" title="rewards_200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25" y="902227"/>
            <a:ext cx="7629563" cy="400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257"/>
          <p:cNvSpPr txBox="1"/>
          <p:nvPr>
            <p:ph type="title"/>
          </p:nvPr>
        </p:nvSpPr>
        <p:spPr>
          <a:xfrm>
            <a:off x="720000" y="25750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Curves</a:t>
            </a:r>
            <a:endParaRPr/>
          </a:p>
        </p:txBody>
      </p:sp>
      <p:pic>
        <p:nvPicPr>
          <p:cNvPr id="2693" name="Google Shape;2693;p257" title="loss_200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13" y="888852"/>
            <a:ext cx="7629563" cy="400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7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2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after 200K Steps</a:t>
            </a:r>
            <a:endParaRPr/>
          </a:p>
        </p:txBody>
      </p:sp>
      <p:graphicFrame>
        <p:nvGraphicFramePr>
          <p:cNvPr id="2699" name="Google Shape;2699;p258"/>
          <p:cNvGraphicFramePr/>
          <p:nvPr/>
        </p:nvGraphicFramePr>
        <p:xfrm>
          <a:off x="836250" y="1686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{7359C723-A480-4ABF-ACDA-6D1A7D32B580}</a:tableStyleId>
              </a:tblPr>
              <a:tblGrid>
                <a:gridCol w="2154325"/>
                <a:gridCol w="2790350"/>
                <a:gridCol w="2526825"/>
              </a:tblGrid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DQN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Double-DQN</a:t>
                      </a:r>
                      <a:endParaRPr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Avg. Reward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7.88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11.08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Max. Reward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26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Std Dev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3.04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4.05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Loss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0.008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0.002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259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</a:t>
            </a:r>
            <a:endParaRPr/>
          </a:p>
        </p:txBody>
      </p:sp>
      <p:sp>
        <p:nvSpPr>
          <p:cNvPr id="2705" name="Google Shape;2705;p259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DQN: Avg Reward = 7.88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DQN: Avg Reward = 11.08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 outperformed DQN by ~41%</a:t>
            </a:r>
            <a:endParaRPr sz="1800"/>
          </a:p>
        </p:txBody>
      </p:sp>
      <p:grpSp>
        <p:nvGrpSpPr>
          <p:cNvPr id="2706" name="Google Shape;2706;p259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707" name="Google Shape;2707;p259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59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59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59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59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59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59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59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59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59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59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59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59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59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59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59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59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59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26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and Discussion</a:t>
            </a:r>
            <a:endParaRPr/>
          </a:p>
        </p:txBody>
      </p:sp>
      <p:sp>
        <p:nvSpPr>
          <p:cNvPr id="2730" name="Google Shape;2730;p260"/>
          <p:cNvSpPr txBox="1"/>
          <p:nvPr>
            <p:ph idx="1" type="subTitle"/>
          </p:nvPr>
        </p:nvSpPr>
        <p:spPr>
          <a:xfrm>
            <a:off x="720000" y="1397579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DQN and Double DQN similar initially.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 benefits become visible with longer training.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 has lower losses throughout training.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 has higher final rewards.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1" name="Google Shape;2731;p260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732" name="Google Shape;2732;p260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60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260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60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60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60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60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60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60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60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60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60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60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60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60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60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60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60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261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755" name="Google Shape;2755;p261"/>
          <p:cNvSpPr txBox="1"/>
          <p:nvPr>
            <p:ph idx="1" type="subTitle"/>
          </p:nvPr>
        </p:nvSpPr>
        <p:spPr>
          <a:xfrm>
            <a:off x="720000" y="1397579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implemented DQN and Double DQN.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DQN reduced overestimation bias.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Achieved higher long-term performance in Breakout.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support the theoretical advantages of Double DQN.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6" name="Google Shape;2756;p261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757" name="Google Shape;2757;p261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61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61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61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61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61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61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61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61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61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61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61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61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61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61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61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61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61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p262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780" name="Google Shape;2780;p262"/>
          <p:cNvSpPr txBox="1"/>
          <p:nvPr>
            <p:ph idx="1" type="subTitle"/>
          </p:nvPr>
        </p:nvSpPr>
        <p:spPr>
          <a:xfrm>
            <a:off x="720000" y="1397579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Prioritized Replay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Dueling DQN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Longer training runs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random seeds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1" name="Google Shape;2781;p26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782" name="Google Shape;2782;p26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6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6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6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6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6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6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6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6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6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6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6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6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6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6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6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6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6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39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